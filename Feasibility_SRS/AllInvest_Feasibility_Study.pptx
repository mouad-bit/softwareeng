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ALLInvest feasibility report</a:t>
            </a:r>
            <a:endParaRPr lang="en-US" sz="3400" dirty="0"/>
          </a:p>
        </p:txBody>
      </p:sp>
      <p:sp>
        <p:nvSpPr>
          <p:cNvPr id="3" name="Title accent"/>
          <p:cNvSpPr/>
          <p:nvPr/>
        </p:nvSpPr>
        <p:spPr>
          <a:xfrm>
            <a:off x="548640" y="1051560"/>
            <a:ext cx="100584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Card 1"/>
          <p:cNvSpPr/>
          <p:nvPr/>
        </p:nvSpPr>
        <p:spPr>
          <a:xfrm>
            <a:off x="548640" y="1371600"/>
            <a:ext cx="61264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9DFE5"/>
            </a:solidFill>
            <a:prstDash val="solid"/>
          </a:ln>
        </p:spPr>
      </p:sp>
      <p:sp>
        <p:nvSpPr>
          <p:cNvPr id="5" name="Icon circle 1"/>
          <p:cNvSpPr/>
          <p:nvPr/>
        </p:nvSpPr>
        <p:spPr>
          <a:xfrm>
            <a:off x="777240" y="2167128"/>
            <a:ext cx="512064" cy="51206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pic>
        <p:nvPicPr>
          <p:cNvPr id="6" name="Icon 1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295144"/>
            <a:ext cx="256032" cy="256032"/>
          </a:xfrm>
          <a:prstGeom prst="rect">
            <a:avLst/>
          </a:prstGeom>
        </p:spPr>
      </p:pic>
      <p:sp>
        <p:nvSpPr>
          <p:cNvPr id="7" name="Card text 1"/>
          <p:cNvSpPr txBox="1"/>
          <p:nvPr/>
        </p:nvSpPr>
        <p:spPr>
          <a:xfrm>
            <a:off x="1508760" y="146304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AllInvest can be developed using standard software and hardware available to the team. The team can use Java, Spring Boot, HTML/CSS/JavaScript, a relational database, and Git/GitHub. The existing laptops and internet connection are sufficient for development.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548640" y="3657600"/>
            <a:ext cx="61264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FE5"/>
            </a:solidFill>
            <a:prstDash val="solid"/>
          </a:ln>
        </p:spPr>
      </p:sp>
      <p:sp>
        <p:nvSpPr>
          <p:cNvPr id="9" name="Icon circle 2"/>
          <p:cNvSpPr/>
          <p:nvPr/>
        </p:nvSpPr>
        <p:spPr>
          <a:xfrm>
            <a:off x="777240" y="4155948"/>
            <a:ext cx="512064" cy="51206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pic>
        <p:nvPicPr>
          <p:cNvPr id="10" name="Icon 2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4283964"/>
            <a:ext cx="256032" cy="256032"/>
          </a:xfrm>
          <a:prstGeom prst="rect">
            <a:avLst/>
          </a:prstGeom>
        </p:spPr>
      </p:pic>
      <p:sp>
        <p:nvSpPr>
          <p:cNvPr id="11" name="Card text 2"/>
          <p:cNvSpPr txBox="1"/>
          <p:nvPr/>
        </p:nvSpPr>
        <p:spPr>
          <a:xfrm>
            <a:off x="1508760" y="374904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already has basic Java, OOP, Git, and software engineering skills, but will need to improve its knowledge of web development, databases, APIs, authentication.</a:t>
            </a:r>
            <a:endParaRPr lang="en-US" sz="1600" dirty="0"/>
          </a:p>
        </p:txBody>
      </p:sp>
      <p:sp>
        <p:nvSpPr>
          <p:cNvPr id="12" name="Card 3"/>
          <p:cNvSpPr/>
          <p:nvPr/>
        </p:nvSpPr>
        <p:spPr>
          <a:xfrm>
            <a:off x="548640" y="5349240"/>
            <a:ext cx="6126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DFE5"/>
            </a:solidFill>
            <a:prstDash val="solid"/>
          </a:ln>
        </p:spPr>
      </p:sp>
      <p:sp>
        <p:nvSpPr>
          <p:cNvPr id="13" name="Icon circle 3"/>
          <p:cNvSpPr/>
          <p:nvPr/>
        </p:nvSpPr>
        <p:spPr>
          <a:xfrm>
            <a:off x="777240" y="5596128"/>
            <a:ext cx="512064" cy="51206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pic>
        <p:nvPicPr>
          <p:cNvPr id="14" name="Icon 3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724144"/>
            <a:ext cx="256032" cy="256032"/>
          </a:xfrm>
          <a:prstGeom prst="rect">
            <a:avLst/>
          </a:prstGeom>
        </p:spPr>
      </p:pic>
      <p:sp>
        <p:nvSpPr>
          <p:cNvPr id="15" name="Card text 3"/>
          <p:cNvSpPr txBox="1"/>
          <p:nvPr/>
        </p:nvSpPr>
        <p:spPr>
          <a:xfrm>
            <a:off x="1508760" y="544068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technical challenges will be learning Spring Boot.</a:t>
            </a:r>
            <a:endParaRPr lang="en-US" sz="1600" dirty="0"/>
          </a:p>
        </p:txBody>
      </p:sp>
      <p:sp>
        <p:nvSpPr>
          <p:cNvPr id="16" name="Timeline panel"/>
          <p:cNvSpPr/>
          <p:nvPr/>
        </p:nvSpPr>
        <p:spPr>
          <a:xfrm>
            <a:off x="6995160" y="1371600"/>
            <a:ext cx="4663440" cy="4983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9DFE5"/>
            </a:solidFill>
            <a:prstDash val="solid"/>
          </a:ln>
        </p:spPr>
      </p:sp>
      <p:sp>
        <p:nvSpPr>
          <p:cNvPr id="17" name="Header step"/>
          <p:cNvSpPr txBox="1"/>
          <p:nvPr/>
        </p:nvSpPr>
        <p:spPr>
          <a:xfrm>
            <a:off x="726948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400" dirty="0"/>
          </a:p>
        </p:txBody>
      </p:sp>
      <p:sp>
        <p:nvSpPr>
          <p:cNvPr id="18" name="Header duration"/>
          <p:cNvSpPr txBox="1"/>
          <p:nvPr/>
        </p:nvSpPr>
        <p:spPr>
          <a:xfrm>
            <a:off x="10744200" y="1600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400" dirty="0"/>
          </a:p>
        </p:txBody>
      </p:sp>
      <p:sp>
        <p:nvSpPr>
          <p:cNvPr id="19" name="Header rule"/>
          <p:cNvSpPr/>
          <p:nvPr/>
        </p:nvSpPr>
        <p:spPr>
          <a:xfrm>
            <a:off x="7269480" y="2011680"/>
            <a:ext cx="4114800" cy="0"/>
          </a:xfrm>
          <a:prstGeom prst="line">
            <a:avLst/>
          </a:prstGeom>
          <a:noFill/>
          <a:ln w="12700">
            <a:solidFill>
              <a:srgbClr val="D9DFE5"/>
            </a:solidFill>
            <a:prstDash val="solid"/>
          </a:ln>
        </p:spPr>
      </p:sp>
      <p:sp>
        <p:nvSpPr>
          <p:cNvPr id="20" name="Timeline track"/>
          <p:cNvSpPr/>
          <p:nvPr/>
        </p:nvSpPr>
        <p:spPr>
          <a:xfrm>
            <a:off x="8686800" y="2194560"/>
            <a:ext cx="1984248" cy="3840480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21" name="Step 1"/>
          <p:cNvSpPr txBox="1"/>
          <p:nvPr/>
        </p:nvSpPr>
        <p:spPr>
          <a:xfrm>
            <a:off x="7269480" y="2240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22" name="Bar 1"/>
          <p:cNvSpPr/>
          <p:nvPr/>
        </p:nvSpPr>
        <p:spPr>
          <a:xfrm>
            <a:off x="8686800" y="2331720"/>
            <a:ext cx="246888" cy="320040"/>
          </a:xfrm>
          <a:prstGeom prst="roundRect">
            <a:avLst>
              <a:gd name="adj" fmla="val 22222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Duration 1"/>
          <p:cNvSpPr txBox="1"/>
          <p:nvPr/>
        </p:nvSpPr>
        <p:spPr>
          <a:xfrm>
            <a:off x="10744200" y="22402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400" dirty="0"/>
          </a:p>
        </p:txBody>
      </p:sp>
      <p:sp>
        <p:nvSpPr>
          <p:cNvPr id="24" name="Step 2"/>
          <p:cNvSpPr txBox="1"/>
          <p:nvPr/>
        </p:nvSpPr>
        <p:spPr>
          <a:xfrm>
            <a:off x="7269480" y="30449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25" name="Bar 2"/>
          <p:cNvSpPr/>
          <p:nvPr/>
        </p:nvSpPr>
        <p:spPr>
          <a:xfrm>
            <a:off x="8970264" y="3136392"/>
            <a:ext cx="246888" cy="320040"/>
          </a:xfrm>
          <a:prstGeom prst="roundRect">
            <a:avLst>
              <a:gd name="adj" fmla="val 22222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6" name="Duration 2"/>
          <p:cNvSpPr txBox="1"/>
          <p:nvPr/>
        </p:nvSpPr>
        <p:spPr>
          <a:xfrm>
            <a:off x="10744200" y="304495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400" dirty="0"/>
          </a:p>
        </p:txBody>
      </p:sp>
      <p:sp>
        <p:nvSpPr>
          <p:cNvPr id="27" name="Step 3"/>
          <p:cNvSpPr txBox="1"/>
          <p:nvPr/>
        </p:nvSpPr>
        <p:spPr>
          <a:xfrm>
            <a:off x="7269480" y="384962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28" name="Bar 3"/>
          <p:cNvSpPr/>
          <p:nvPr/>
        </p:nvSpPr>
        <p:spPr>
          <a:xfrm>
            <a:off x="9253728" y="3941064"/>
            <a:ext cx="813816" cy="320040"/>
          </a:xfrm>
          <a:prstGeom prst="roundRect">
            <a:avLst>
              <a:gd name="adj" fmla="val 17143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9" name="Duration 3"/>
          <p:cNvSpPr txBox="1"/>
          <p:nvPr/>
        </p:nvSpPr>
        <p:spPr>
          <a:xfrm>
            <a:off x="10744200" y="384962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</a:t>
            </a:r>
            <a:endParaRPr lang="en-US" sz="1400" dirty="0"/>
          </a:p>
        </p:txBody>
      </p:sp>
      <p:sp>
        <p:nvSpPr>
          <p:cNvPr id="30" name="Step 4"/>
          <p:cNvSpPr txBox="1"/>
          <p:nvPr/>
        </p:nvSpPr>
        <p:spPr>
          <a:xfrm>
            <a:off x="7269480" y="465429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31" name="Bar 4"/>
          <p:cNvSpPr/>
          <p:nvPr/>
        </p:nvSpPr>
        <p:spPr>
          <a:xfrm>
            <a:off x="10104120" y="4745736"/>
            <a:ext cx="246888" cy="320040"/>
          </a:xfrm>
          <a:prstGeom prst="roundRect">
            <a:avLst>
              <a:gd name="adj" fmla="val 22222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2" name="Duration 4"/>
          <p:cNvSpPr txBox="1"/>
          <p:nvPr/>
        </p:nvSpPr>
        <p:spPr>
          <a:xfrm>
            <a:off x="10744200" y="465429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400" dirty="0"/>
          </a:p>
        </p:txBody>
      </p:sp>
      <p:sp>
        <p:nvSpPr>
          <p:cNvPr id="33" name="Step 5"/>
          <p:cNvSpPr txBox="1"/>
          <p:nvPr/>
        </p:nvSpPr>
        <p:spPr>
          <a:xfrm>
            <a:off x="7269480" y="54589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4" name="Bar 5"/>
          <p:cNvSpPr/>
          <p:nvPr/>
        </p:nvSpPr>
        <p:spPr>
          <a:xfrm>
            <a:off x="10387584" y="5550408"/>
            <a:ext cx="246888" cy="320040"/>
          </a:xfrm>
          <a:prstGeom prst="roundRect">
            <a:avLst>
              <a:gd name="adj" fmla="val 22222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5" name="Duration 5"/>
          <p:cNvSpPr txBox="1"/>
          <p:nvPr/>
        </p:nvSpPr>
        <p:spPr>
          <a:xfrm>
            <a:off x="10744200" y="545896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AllInvest feasibility report</dc:title>
  <dc:subject>PptxGenJS Presentation</dc:subject>
  <dc:creator>PptxGenJS</dc:creator>
  <cp:lastModifiedBy>PptxGenJS</cp:lastModifiedBy>
  <cp:revision>1</cp:revision>
  <dcterms:created xsi:type="dcterms:W3CDTF">2026-10-07T21:34:25Z</dcterms:created>
  <dcterms:modified xsi:type="dcterms:W3CDTF">2026-10-07T21:34:25Z</dcterms:modified>
</cp:coreProperties>
</file>